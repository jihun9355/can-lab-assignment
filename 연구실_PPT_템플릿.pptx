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55" r:id="rId1"/>
  </p:sldMasterIdLst>
  <p:notesMasterIdLst>
    <p:notesMasterId r:id="rId5"/>
  </p:notesMasterIdLst>
  <p:handoutMasterIdLst>
    <p:handoutMasterId r:id="rId6"/>
  </p:handoutMasterIdLst>
  <p:sldIdLst>
    <p:sldId id="256" r:id="rId2"/>
    <p:sldId id="536" r:id="rId3"/>
    <p:sldId id="535" r:id="rId4"/>
  </p:sldIdLst>
  <p:sldSz cx="9906000" cy="6858000" type="A4"/>
  <p:notesSz cx="6797675" cy="9929813"/>
  <p:embeddedFontLst>
    <p:embeddedFont>
      <p:font typeface="Tahoma" panose="020B0604030504040204" pitchFamily="34" charset="0"/>
      <p:regular r:id="rId7"/>
      <p:bold r:id="rId8"/>
    </p:embeddedFont>
    <p:embeddedFont>
      <p:font typeface="굴림" panose="020B0600000101010101" pitchFamily="50" charset="-127"/>
      <p:regular r:id="rId9"/>
    </p:embeddedFont>
    <p:embeddedFont>
      <p:font typeface="나눔스퀘어" panose="020B0600000101010101" pitchFamily="50" charset="-127"/>
      <p:regular r:id="rId10"/>
    </p:embeddedFont>
    <p:embeddedFont>
      <p:font typeface="나눔스퀘어 Extra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FFF99"/>
    <a:srgbClr val="FF0066"/>
    <a:srgbClr val="000000"/>
    <a:srgbClr val="262626"/>
    <a:srgbClr val="9F89B9"/>
    <a:srgbClr val="95B3D7"/>
    <a:srgbClr val="CD7371"/>
    <a:srgbClr val="FFFF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8652" autoAdjust="0"/>
  </p:normalViewPr>
  <p:slideViewPr>
    <p:cSldViewPr snapToGrid="0" showGuides="1">
      <p:cViewPr varScale="1">
        <p:scale>
          <a:sx n="73" d="100"/>
          <a:sy n="73" d="100"/>
        </p:scale>
        <p:origin x="782" y="45"/>
      </p:cViewPr>
      <p:guideLst>
        <p:guide orient="horz" pos="2183"/>
        <p:guide pos="312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732"/>
    </p:cViewPr>
  </p:sorterViewPr>
  <p:notesViewPr>
    <p:cSldViewPr snapToGrid="0" showGuides="1">
      <p:cViewPr varScale="1">
        <p:scale>
          <a:sx n="112" d="100"/>
          <a:sy n="112" d="100"/>
        </p:scale>
        <p:origin x="5236" y="6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1D2CD3-D31B-D746-382D-DFBDDB78A6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3A61AB-2AE8-B482-E37A-53F67DBB26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265A3-548F-414E-8AD6-86B12C2DFA9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F432A1-9732-9CB2-D515-98EEAA9D2A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C25142-783F-59DA-0179-FE13CA6745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297E4-36DB-44F8-A9D5-691511C7CE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620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70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70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EE05BCA9-254F-43DA-AC8D-9A0D478BE093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16"/>
            <a:ext cx="5438775" cy="3909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2766"/>
            <a:ext cx="2946400" cy="4970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9014466-9128-4DA5-A16B-B00B8F668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5B372-1F65-4F8A-9276-0F01D1D25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210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49688" y="9432766"/>
            <a:ext cx="2946400" cy="497047"/>
          </a:xfrm>
          <a:prstGeom prst="rect">
            <a:avLst/>
          </a:prstGeom>
        </p:spPr>
        <p:txBody>
          <a:bodyPr/>
          <a:lstStyle/>
          <a:p>
            <a:fld id="{7F12A75A-D2EC-4C62-B49F-42951D9E34AB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786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kjjhvjh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49688" y="9432766"/>
            <a:ext cx="2946400" cy="497047"/>
          </a:xfrm>
          <a:prstGeom prst="rect">
            <a:avLst/>
          </a:prstGeom>
        </p:spPr>
        <p:txBody>
          <a:bodyPr/>
          <a:lstStyle/>
          <a:p>
            <a:fld id="{7F12A75A-D2EC-4C62-B49F-42951D9E34A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70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 algn="ctr">
              <a:defRPr sz="4000" b="1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dirty="0"/>
              <a:t>Main Title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841432" y="6356350"/>
            <a:ext cx="1064568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402830" y="5794770"/>
            <a:ext cx="2209491" cy="492366"/>
            <a:chOff x="7402830" y="5794770"/>
            <a:chExt cx="2209491" cy="492366"/>
          </a:xfrm>
        </p:grpSpPr>
        <p:sp>
          <p:nvSpPr>
            <p:cNvPr id="9" name="TextBox 8"/>
            <p:cNvSpPr txBox="1"/>
            <p:nvPr/>
          </p:nvSpPr>
          <p:spPr>
            <a:xfrm>
              <a:off x="8473266" y="5900918"/>
              <a:ext cx="1139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ACE Lab.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" name="자유형: 도형 55"/>
            <p:cNvSpPr/>
            <p:nvPr/>
          </p:nvSpPr>
          <p:spPr>
            <a:xfrm>
              <a:off x="8090444" y="5905572"/>
              <a:ext cx="517525" cy="66675"/>
            </a:xfrm>
            <a:custGeom>
              <a:avLst/>
              <a:gdLst>
                <a:gd name="connsiteX0" fmla="*/ 0 w 517525"/>
                <a:gd name="connsiteY0" fmla="*/ 66675 h 66675"/>
                <a:gd name="connsiteX1" fmla="*/ 266700 w 517525"/>
                <a:gd name="connsiteY1" fmla="*/ 66675 h 66675"/>
                <a:gd name="connsiteX2" fmla="*/ 333375 w 517525"/>
                <a:gd name="connsiteY2" fmla="*/ 0 h 66675"/>
                <a:gd name="connsiteX3" fmla="*/ 517525 w 51752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7525" h="66675">
                  <a:moveTo>
                    <a:pt x="0" y="66675"/>
                  </a:moveTo>
                  <a:lnTo>
                    <a:pt x="266700" y="66675"/>
                  </a:lnTo>
                  <a:lnTo>
                    <a:pt x="333375" y="0"/>
                  </a:lnTo>
                  <a:lnTo>
                    <a:pt x="517525" y="0"/>
                  </a:ln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1" name="자유형: 도형 56"/>
            <p:cNvSpPr/>
            <p:nvPr/>
          </p:nvSpPr>
          <p:spPr>
            <a:xfrm>
              <a:off x="8030119" y="6038922"/>
              <a:ext cx="254000" cy="0"/>
            </a:xfrm>
            <a:custGeom>
              <a:avLst/>
              <a:gdLst>
                <a:gd name="connsiteX0" fmla="*/ 0 w 254000"/>
                <a:gd name="connsiteY0" fmla="*/ 0 h 0"/>
                <a:gd name="connsiteX1" fmla="*/ 254000 w 2540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4000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2" name="자유형: 도형 57"/>
            <p:cNvSpPr/>
            <p:nvPr/>
          </p:nvSpPr>
          <p:spPr>
            <a:xfrm>
              <a:off x="8087269" y="6111947"/>
              <a:ext cx="292100" cy="60325"/>
            </a:xfrm>
            <a:custGeom>
              <a:avLst/>
              <a:gdLst>
                <a:gd name="connsiteX0" fmla="*/ 0 w 292100"/>
                <a:gd name="connsiteY0" fmla="*/ 0 h 60325"/>
                <a:gd name="connsiteX1" fmla="*/ 123825 w 292100"/>
                <a:gd name="connsiteY1" fmla="*/ 0 h 60325"/>
                <a:gd name="connsiteX2" fmla="*/ 184150 w 292100"/>
                <a:gd name="connsiteY2" fmla="*/ 60325 h 60325"/>
                <a:gd name="connsiteX3" fmla="*/ 292100 w 292100"/>
                <a:gd name="connsiteY3" fmla="*/ 60325 h 6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" h="60325">
                  <a:moveTo>
                    <a:pt x="0" y="0"/>
                  </a:moveTo>
                  <a:lnTo>
                    <a:pt x="123825" y="0"/>
                  </a:lnTo>
                  <a:lnTo>
                    <a:pt x="184150" y="60325"/>
                  </a:lnTo>
                  <a:lnTo>
                    <a:pt x="292100" y="60325"/>
                  </a:ln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3" name="자유형: 도형 58"/>
            <p:cNvSpPr/>
            <p:nvPr/>
          </p:nvSpPr>
          <p:spPr>
            <a:xfrm>
              <a:off x="8033294" y="6178622"/>
              <a:ext cx="568325" cy="79375"/>
            </a:xfrm>
            <a:custGeom>
              <a:avLst/>
              <a:gdLst>
                <a:gd name="connsiteX0" fmla="*/ 0 w 568325"/>
                <a:gd name="connsiteY0" fmla="*/ 0 h 79375"/>
                <a:gd name="connsiteX1" fmla="*/ 117475 w 568325"/>
                <a:gd name="connsiteY1" fmla="*/ 0 h 79375"/>
                <a:gd name="connsiteX2" fmla="*/ 196850 w 568325"/>
                <a:gd name="connsiteY2" fmla="*/ 79375 h 79375"/>
                <a:gd name="connsiteX3" fmla="*/ 568325 w 568325"/>
                <a:gd name="connsiteY3" fmla="*/ 79375 h 7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325" h="79375">
                  <a:moveTo>
                    <a:pt x="0" y="0"/>
                  </a:moveTo>
                  <a:lnTo>
                    <a:pt x="117475" y="0"/>
                  </a:lnTo>
                  <a:lnTo>
                    <a:pt x="196850" y="79375"/>
                  </a:lnTo>
                  <a:lnTo>
                    <a:pt x="568325" y="79375"/>
                  </a:ln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4" name="자유형: 도형 59"/>
            <p:cNvSpPr/>
            <p:nvPr/>
          </p:nvSpPr>
          <p:spPr>
            <a:xfrm flipV="1">
              <a:off x="8038407" y="5823909"/>
              <a:ext cx="714045" cy="75315"/>
            </a:xfrm>
            <a:custGeom>
              <a:avLst/>
              <a:gdLst>
                <a:gd name="connsiteX0" fmla="*/ 0 w 568325"/>
                <a:gd name="connsiteY0" fmla="*/ 0 h 79375"/>
                <a:gd name="connsiteX1" fmla="*/ 117475 w 568325"/>
                <a:gd name="connsiteY1" fmla="*/ 0 h 79375"/>
                <a:gd name="connsiteX2" fmla="*/ 196850 w 568325"/>
                <a:gd name="connsiteY2" fmla="*/ 79375 h 79375"/>
                <a:gd name="connsiteX3" fmla="*/ 568325 w 568325"/>
                <a:gd name="connsiteY3" fmla="*/ 79375 h 7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325" h="79375">
                  <a:moveTo>
                    <a:pt x="0" y="0"/>
                  </a:moveTo>
                  <a:lnTo>
                    <a:pt x="117475" y="0"/>
                  </a:lnTo>
                  <a:lnTo>
                    <a:pt x="196850" y="79375"/>
                  </a:lnTo>
                  <a:lnTo>
                    <a:pt x="568325" y="79375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8752452" y="5794770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8609872" y="5870403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8379004" y="6137103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8607969" y="6216798"/>
              <a:ext cx="70338" cy="70338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8282287" y="6007548"/>
              <a:ext cx="70338" cy="70338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7402830" y="5794770"/>
              <a:ext cx="689463" cy="492366"/>
              <a:chOff x="198053" y="565612"/>
              <a:chExt cx="689463" cy="492366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198053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2" name="타원 21"/>
              <p:cNvSpPr/>
              <p:nvPr/>
            </p:nvSpPr>
            <p:spPr>
              <a:xfrm>
                <a:off x="321878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3" name="타원 22"/>
              <p:cNvSpPr/>
              <p:nvPr/>
            </p:nvSpPr>
            <p:spPr>
              <a:xfrm>
                <a:off x="445703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4" name="타원 23"/>
              <p:cNvSpPr/>
              <p:nvPr/>
            </p:nvSpPr>
            <p:spPr>
              <a:xfrm>
                <a:off x="569528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5" name="타원 24"/>
              <p:cNvSpPr/>
              <p:nvPr/>
            </p:nvSpPr>
            <p:spPr>
              <a:xfrm>
                <a:off x="693353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6" name="타원 25"/>
              <p:cNvSpPr/>
              <p:nvPr/>
            </p:nvSpPr>
            <p:spPr>
              <a:xfrm>
                <a:off x="817178" y="56561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7" name="타원 26"/>
              <p:cNvSpPr/>
              <p:nvPr/>
            </p:nvSpPr>
            <p:spPr>
              <a:xfrm>
                <a:off x="198053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321878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29" name="타원 28"/>
              <p:cNvSpPr/>
              <p:nvPr/>
            </p:nvSpPr>
            <p:spPr>
              <a:xfrm>
                <a:off x="445703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>
              <a:xfrm>
                <a:off x="569528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693353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817178" y="706288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3" name="타원 32"/>
              <p:cNvSpPr/>
              <p:nvPr/>
            </p:nvSpPr>
            <p:spPr>
              <a:xfrm>
                <a:off x="198053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21878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445703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569528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693353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8" name="타원 37"/>
              <p:cNvSpPr/>
              <p:nvPr/>
            </p:nvSpPr>
            <p:spPr>
              <a:xfrm>
                <a:off x="817178" y="846964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198053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321878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1" name="타원 40"/>
              <p:cNvSpPr/>
              <p:nvPr/>
            </p:nvSpPr>
            <p:spPr>
              <a:xfrm>
                <a:off x="445703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2" name="타원 41"/>
              <p:cNvSpPr/>
              <p:nvPr/>
            </p:nvSpPr>
            <p:spPr>
              <a:xfrm>
                <a:off x="569528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3" name="타원 42"/>
              <p:cNvSpPr/>
              <p:nvPr/>
            </p:nvSpPr>
            <p:spPr>
              <a:xfrm>
                <a:off x="693353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4" name="타원 43"/>
              <p:cNvSpPr/>
              <p:nvPr/>
            </p:nvSpPr>
            <p:spPr>
              <a:xfrm>
                <a:off x="817178" y="987640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262936" y="6375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6" name="타원 45"/>
              <p:cNvSpPr/>
              <p:nvPr/>
            </p:nvSpPr>
            <p:spPr>
              <a:xfrm>
                <a:off x="386761" y="6375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7" name="타원 46"/>
              <p:cNvSpPr/>
              <p:nvPr/>
            </p:nvSpPr>
            <p:spPr>
              <a:xfrm>
                <a:off x="510586" y="6375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8" name="타원 47"/>
              <p:cNvSpPr/>
              <p:nvPr/>
            </p:nvSpPr>
            <p:spPr>
              <a:xfrm>
                <a:off x="634411" y="6375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758236" y="6375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grpSp>
            <p:nvGrpSpPr>
              <p:cNvPr id="50" name="그룹 49"/>
              <p:cNvGrpSpPr/>
              <p:nvPr/>
            </p:nvGrpSpPr>
            <p:grpSpPr>
              <a:xfrm>
                <a:off x="261043" y="777442"/>
                <a:ext cx="565638" cy="70338"/>
                <a:chOff x="415336" y="789982"/>
                <a:chExt cx="565638" cy="70338"/>
              </a:xfrm>
            </p:grpSpPr>
            <p:sp>
              <p:nvSpPr>
                <p:cNvPr id="57" name="타원 56"/>
                <p:cNvSpPr/>
                <p:nvPr/>
              </p:nvSpPr>
              <p:spPr>
                <a:xfrm>
                  <a:off x="41533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8" name="타원 57"/>
                <p:cNvSpPr/>
                <p:nvPr/>
              </p:nvSpPr>
              <p:spPr>
                <a:xfrm>
                  <a:off x="539161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9" name="타원 58"/>
                <p:cNvSpPr/>
                <p:nvPr/>
              </p:nvSpPr>
              <p:spPr>
                <a:xfrm>
                  <a:off x="66298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60" name="타원 59"/>
                <p:cNvSpPr/>
                <p:nvPr/>
              </p:nvSpPr>
              <p:spPr>
                <a:xfrm>
                  <a:off x="786811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61" name="타원 60"/>
                <p:cNvSpPr/>
                <p:nvPr/>
              </p:nvSpPr>
              <p:spPr>
                <a:xfrm>
                  <a:off x="91063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51" name="그룹 50"/>
              <p:cNvGrpSpPr/>
              <p:nvPr/>
            </p:nvGrpSpPr>
            <p:grpSpPr>
              <a:xfrm>
                <a:off x="261043" y="913990"/>
                <a:ext cx="565638" cy="70338"/>
                <a:chOff x="415336" y="789982"/>
                <a:chExt cx="565638" cy="70338"/>
              </a:xfrm>
            </p:grpSpPr>
            <p:sp>
              <p:nvSpPr>
                <p:cNvPr id="52" name="타원 51"/>
                <p:cNvSpPr/>
                <p:nvPr/>
              </p:nvSpPr>
              <p:spPr>
                <a:xfrm>
                  <a:off x="41533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3" name="타원 52"/>
                <p:cNvSpPr/>
                <p:nvPr/>
              </p:nvSpPr>
              <p:spPr>
                <a:xfrm>
                  <a:off x="539161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4" name="타원 53"/>
                <p:cNvSpPr/>
                <p:nvPr/>
              </p:nvSpPr>
              <p:spPr>
                <a:xfrm>
                  <a:off x="66298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5" name="타원 54"/>
                <p:cNvSpPr/>
                <p:nvPr/>
              </p:nvSpPr>
              <p:spPr>
                <a:xfrm>
                  <a:off x="786811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  <p:sp>
              <p:nvSpPr>
                <p:cNvPr id="56" name="타원 55"/>
                <p:cNvSpPr/>
                <p:nvPr/>
              </p:nvSpPr>
              <p:spPr>
                <a:xfrm>
                  <a:off x="910636" y="789982"/>
                  <a:ext cx="70338" cy="70338"/>
                </a:xfrm>
                <a:prstGeom prst="ellipse">
                  <a:avLst/>
                </a:prstGeom>
                <a:noFill/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스퀘어" panose="020B0600000101010101" pitchFamily="50" charset="-127"/>
                  </a:endParaRPr>
                </a:p>
              </p:txBody>
            </p:sp>
          </p:grpSp>
        </p:grpSp>
      </p:grpSp>
      <p:sp>
        <p:nvSpPr>
          <p:cNvPr id="66" name="텍스트 개체 틀 65"/>
          <p:cNvSpPr>
            <a:spLocks noGrp="1"/>
          </p:cNvSpPr>
          <p:nvPr>
            <p:ph type="body" sz="quarter" idx="10" hasCustomPrompt="1"/>
          </p:nvPr>
        </p:nvSpPr>
        <p:spPr>
          <a:xfrm>
            <a:off x="6819160" y="5323555"/>
            <a:ext cx="2471066" cy="360511"/>
          </a:xfrm>
        </p:spPr>
        <p:txBody>
          <a:bodyPr/>
          <a:lstStyle>
            <a:lvl1pPr marL="0" indent="0" algn="r">
              <a:buNone/>
              <a:defRPr sz="1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Date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43754" y="4270051"/>
            <a:ext cx="5846472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r" latinLnBrk="1">
              <a:lnSpc>
                <a:spcPct val="12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Architecture and Compiler for Embedded Systems Lab.</a:t>
            </a:r>
          </a:p>
          <a:p>
            <a:pPr algn="r" latinLnBrk="1">
              <a:lnSpc>
                <a:spcPct val="11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School of Electronics Engineering, KNU, KOREA</a:t>
            </a:r>
          </a:p>
        </p:txBody>
      </p:sp>
    </p:spTree>
    <p:extLst>
      <p:ext uri="{BB962C8B-B14F-4D97-AF65-F5344CB8AC3E}">
        <p14:creationId xmlns:p14="http://schemas.microsoft.com/office/powerpoint/2010/main" val="372668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491669"/>
            <a:ext cx="8915400" cy="4857750"/>
          </a:xfrm>
        </p:spPr>
        <p:txBody>
          <a:bodyPr/>
          <a:lstStyle>
            <a:lvl1pPr>
              <a:defRPr sz="1800" baseline="0">
                <a:latin typeface="나눔스퀘어" panose="020B0600000101010101" pitchFamily="50" charset="-127"/>
                <a:cs typeface="Arial" pitchFamily="34" charset="0"/>
              </a:defRPr>
            </a:lvl1pPr>
            <a:lvl2pPr>
              <a:defRPr sz="1600" baseline="0">
                <a:latin typeface="나눔스퀘어" panose="020B0600000101010101" pitchFamily="50" charset="-127"/>
                <a:cs typeface="Arial" pitchFamily="34" charset="0"/>
              </a:defRPr>
            </a:lvl2pPr>
            <a:lvl3pPr>
              <a:defRPr sz="1400" baseline="0">
                <a:latin typeface="나눔스퀘어" panose="020B0600000101010101" pitchFamily="50" charset="-127"/>
                <a:cs typeface="Arial" pitchFamily="34" charset="0"/>
              </a:defRPr>
            </a:lvl3pPr>
            <a:lvl4pPr>
              <a:defRPr sz="1400" baseline="0">
                <a:latin typeface="나눔스퀘어" panose="020B0600000101010101" pitchFamily="50" charset="-127"/>
                <a:cs typeface="Arial" pitchFamily="34" charset="0"/>
              </a:defRPr>
            </a:lvl4pPr>
            <a:lvl5pPr>
              <a:defRPr sz="1400" baseline="0">
                <a:latin typeface="나눔스퀘어" panose="020B0600000101010101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83172" y="6352143"/>
            <a:ext cx="113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ACE Lab.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16632" y="6391062"/>
            <a:ext cx="408182" cy="291495"/>
            <a:chOff x="7815263" y="3371569"/>
            <a:chExt cx="408182" cy="291495"/>
          </a:xfrm>
        </p:grpSpPr>
        <p:sp>
          <p:nvSpPr>
            <p:cNvPr id="9" name="타원 8"/>
            <p:cNvSpPr/>
            <p:nvPr/>
          </p:nvSpPr>
          <p:spPr>
            <a:xfrm>
              <a:off x="781526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7888571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7961879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8035187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8108495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818180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7856905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7930213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8003521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8076829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8150137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781526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7888571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7961879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8035187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8108495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818180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7856905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7930213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8003521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8076829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0" name="타원 29"/>
            <p:cNvSpPr/>
            <p:nvPr/>
          </p:nvSpPr>
          <p:spPr>
            <a:xfrm>
              <a:off x="8150137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1" name="타원 30"/>
            <p:cNvSpPr/>
            <p:nvPr/>
          </p:nvSpPr>
          <p:spPr>
            <a:xfrm>
              <a:off x="781526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7888571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7961879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8035187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8108495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818180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7856905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7930213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9" name="타원 38"/>
            <p:cNvSpPr/>
            <p:nvPr/>
          </p:nvSpPr>
          <p:spPr>
            <a:xfrm>
              <a:off x="8003521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0" name="타원 39"/>
            <p:cNvSpPr/>
            <p:nvPr/>
          </p:nvSpPr>
          <p:spPr>
            <a:xfrm>
              <a:off x="8076829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8150137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781526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3" name="타원 42"/>
            <p:cNvSpPr/>
            <p:nvPr/>
          </p:nvSpPr>
          <p:spPr>
            <a:xfrm>
              <a:off x="7888571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7961879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8035187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8108495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7" name="타원 46"/>
            <p:cNvSpPr/>
            <p:nvPr/>
          </p:nvSpPr>
          <p:spPr>
            <a:xfrm>
              <a:off x="818180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212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>
                <a:latin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96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50715" y="5013176"/>
            <a:ext cx="6750050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latinLnBrk="0" hangingPunct="0">
              <a:spcBef>
                <a:spcPct val="20000"/>
              </a:spcBef>
              <a:defRPr/>
            </a:pPr>
            <a:r>
              <a:rPr kumimoji="0"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School of Electronics Engineering, KNU</a:t>
            </a:r>
          </a:p>
          <a:p>
            <a:pPr algn="ctr" eaLnBrk="0" latinLnBrk="0" hangingPunct="0">
              <a:spcBef>
                <a:spcPct val="20000"/>
              </a:spcBef>
              <a:defRPr/>
            </a:pP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ACE Lab</a:t>
            </a:r>
            <a:endParaRPr kumimoji="0" lang="ko-KR" altLang="ko-KR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54971" y="4320827"/>
            <a:ext cx="273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Architecture and Compiler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for Embedded systems Lab.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392251" y="4346984"/>
            <a:ext cx="689463" cy="492366"/>
            <a:chOff x="198053" y="565612"/>
            <a:chExt cx="689463" cy="492366"/>
          </a:xfrm>
        </p:grpSpPr>
        <p:sp>
          <p:nvSpPr>
            <p:cNvPr id="10" name="타원 9"/>
            <p:cNvSpPr/>
            <p:nvPr/>
          </p:nvSpPr>
          <p:spPr>
            <a:xfrm>
              <a:off x="198053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321878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445703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569528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693353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817178" y="565612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198053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21878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45703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569528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693353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817178" y="706288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198053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321878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445703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569528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693353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817178" y="846964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198053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321878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0" name="타원 29"/>
            <p:cNvSpPr/>
            <p:nvPr/>
          </p:nvSpPr>
          <p:spPr>
            <a:xfrm>
              <a:off x="445703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1" name="타원 30"/>
            <p:cNvSpPr/>
            <p:nvPr/>
          </p:nvSpPr>
          <p:spPr>
            <a:xfrm>
              <a:off x="569528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693353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817178" y="987640"/>
              <a:ext cx="70338" cy="7033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262936" y="637582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386761" y="637582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510586" y="637582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634411" y="637582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758236" y="637582"/>
              <a:ext cx="70338" cy="70338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261043" y="777442"/>
              <a:ext cx="565638" cy="70338"/>
              <a:chOff x="415336" y="789982"/>
              <a:chExt cx="565638" cy="70338"/>
            </a:xfrm>
          </p:grpSpPr>
          <p:sp>
            <p:nvSpPr>
              <p:cNvPr id="46" name="타원 45"/>
              <p:cNvSpPr/>
              <p:nvPr/>
            </p:nvSpPr>
            <p:spPr>
              <a:xfrm>
                <a:off x="41533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7" name="타원 46"/>
              <p:cNvSpPr/>
              <p:nvPr/>
            </p:nvSpPr>
            <p:spPr>
              <a:xfrm>
                <a:off x="539161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8" name="타원 47"/>
              <p:cNvSpPr/>
              <p:nvPr/>
            </p:nvSpPr>
            <p:spPr>
              <a:xfrm>
                <a:off x="66298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786811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50" name="타원 49"/>
              <p:cNvSpPr/>
              <p:nvPr/>
            </p:nvSpPr>
            <p:spPr>
              <a:xfrm>
                <a:off x="91063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</p:grpSp>
        <p:grpSp>
          <p:nvGrpSpPr>
            <p:cNvPr id="40" name="그룹 39"/>
            <p:cNvGrpSpPr/>
            <p:nvPr/>
          </p:nvGrpSpPr>
          <p:grpSpPr>
            <a:xfrm>
              <a:off x="261043" y="913990"/>
              <a:ext cx="565638" cy="70338"/>
              <a:chOff x="415336" y="789982"/>
              <a:chExt cx="565638" cy="70338"/>
            </a:xfrm>
          </p:grpSpPr>
          <p:sp>
            <p:nvSpPr>
              <p:cNvPr id="41" name="타원 40"/>
              <p:cNvSpPr/>
              <p:nvPr/>
            </p:nvSpPr>
            <p:spPr>
              <a:xfrm>
                <a:off x="41533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2" name="타원 41"/>
              <p:cNvSpPr/>
              <p:nvPr/>
            </p:nvSpPr>
            <p:spPr>
              <a:xfrm>
                <a:off x="539161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3" name="타원 42"/>
              <p:cNvSpPr/>
              <p:nvPr/>
            </p:nvSpPr>
            <p:spPr>
              <a:xfrm>
                <a:off x="66298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4" name="타원 43"/>
              <p:cNvSpPr/>
              <p:nvPr/>
            </p:nvSpPr>
            <p:spPr>
              <a:xfrm>
                <a:off x="786811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910636" y="789982"/>
                <a:ext cx="70338" cy="70338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</a:endParaRPr>
              </a:p>
            </p:txBody>
          </p:sp>
        </p:grpSp>
      </p:grpSp>
      <p:sp>
        <p:nvSpPr>
          <p:cNvPr id="51" name="TextBox 50"/>
          <p:cNvSpPr txBox="1"/>
          <p:nvPr/>
        </p:nvSpPr>
        <p:spPr>
          <a:xfrm>
            <a:off x="883172" y="6352143"/>
            <a:ext cx="113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ACE Lab.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16632" y="6391062"/>
            <a:ext cx="408182" cy="291495"/>
            <a:chOff x="7815263" y="3371569"/>
            <a:chExt cx="408182" cy="291495"/>
          </a:xfrm>
        </p:grpSpPr>
        <p:sp>
          <p:nvSpPr>
            <p:cNvPr id="53" name="타원 52"/>
            <p:cNvSpPr/>
            <p:nvPr/>
          </p:nvSpPr>
          <p:spPr>
            <a:xfrm>
              <a:off x="781526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7888571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7961879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8035187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8108495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818180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7856905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7930213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1" name="타원 60"/>
            <p:cNvSpPr/>
            <p:nvPr/>
          </p:nvSpPr>
          <p:spPr>
            <a:xfrm>
              <a:off x="8003521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8076829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8150137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4" name="타원 63"/>
            <p:cNvSpPr/>
            <p:nvPr/>
          </p:nvSpPr>
          <p:spPr>
            <a:xfrm>
              <a:off x="781526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5" name="타원 64"/>
            <p:cNvSpPr/>
            <p:nvPr/>
          </p:nvSpPr>
          <p:spPr>
            <a:xfrm>
              <a:off x="7888571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6" name="타원 65"/>
            <p:cNvSpPr/>
            <p:nvPr/>
          </p:nvSpPr>
          <p:spPr>
            <a:xfrm>
              <a:off x="7961879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7" name="타원 66"/>
            <p:cNvSpPr/>
            <p:nvPr/>
          </p:nvSpPr>
          <p:spPr>
            <a:xfrm>
              <a:off x="8035187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8" name="타원 67"/>
            <p:cNvSpPr/>
            <p:nvPr/>
          </p:nvSpPr>
          <p:spPr>
            <a:xfrm>
              <a:off x="8108495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69" name="타원 68"/>
            <p:cNvSpPr/>
            <p:nvPr/>
          </p:nvSpPr>
          <p:spPr>
            <a:xfrm>
              <a:off x="818180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0" name="타원 69"/>
            <p:cNvSpPr/>
            <p:nvPr/>
          </p:nvSpPr>
          <p:spPr>
            <a:xfrm>
              <a:off x="7856905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1" name="타원 70"/>
            <p:cNvSpPr/>
            <p:nvPr/>
          </p:nvSpPr>
          <p:spPr>
            <a:xfrm>
              <a:off x="7930213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2" name="타원 71"/>
            <p:cNvSpPr/>
            <p:nvPr/>
          </p:nvSpPr>
          <p:spPr>
            <a:xfrm>
              <a:off x="8003521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3" name="타원 72"/>
            <p:cNvSpPr/>
            <p:nvPr/>
          </p:nvSpPr>
          <p:spPr>
            <a:xfrm>
              <a:off x="8076829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4" name="타원 73"/>
            <p:cNvSpPr/>
            <p:nvPr/>
          </p:nvSpPr>
          <p:spPr>
            <a:xfrm>
              <a:off x="8150137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5" name="타원 74"/>
            <p:cNvSpPr/>
            <p:nvPr/>
          </p:nvSpPr>
          <p:spPr>
            <a:xfrm>
              <a:off x="781526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6" name="타원 75"/>
            <p:cNvSpPr/>
            <p:nvPr/>
          </p:nvSpPr>
          <p:spPr>
            <a:xfrm>
              <a:off x="7888571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7" name="타원 76"/>
            <p:cNvSpPr/>
            <p:nvPr/>
          </p:nvSpPr>
          <p:spPr>
            <a:xfrm>
              <a:off x="7961879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8" name="타원 77"/>
            <p:cNvSpPr/>
            <p:nvPr/>
          </p:nvSpPr>
          <p:spPr>
            <a:xfrm>
              <a:off x="8035187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79" name="타원 78"/>
            <p:cNvSpPr/>
            <p:nvPr/>
          </p:nvSpPr>
          <p:spPr>
            <a:xfrm>
              <a:off x="8108495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0" name="타원 79"/>
            <p:cNvSpPr/>
            <p:nvPr/>
          </p:nvSpPr>
          <p:spPr>
            <a:xfrm>
              <a:off x="818180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1" name="타원 80"/>
            <p:cNvSpPr/>
            <p:nvPr/>
          </p:nvSpPr>
          <p:spPr>
            <a:xfrm>
              <a:off x="7856905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2" name="타원 81"/>
            <p:cNvSpPr/>
            <p:nvPr/>
          </p:nvSpPr>
          <p:spPr>
            <a:xfrm>
              <a:off x="7930213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3" name="타원 82"/>
            <p:cNvSpPr/>
            <p:nvPr/>
          </p:nvSpPr>
          <p:spPr>
            <a:xfrm>
              <a:off x="8003521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4" name="타원 83"/>
            <p:cNvSpPr/>
            <p:nvPr/>
          </p:nvSpPr>
          <p:spPr>
            <a:xfrm>
              <a:off x="8076829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5" name="타원 84"/>
            <p:cNvSpPr/>
            <p:nvPr/>
          </p:nvSpPr>
          <p:spPr>
            <a:xfrm>
              <a:off x="8150137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6" name="타원 85"/>
            <p:cNvSpPr/>
            <p:nvPr/>
          </p:nvSpPr>
          <p:spPr>
            <a:xfrm>
              <a:off x="781526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7" name="타원 86"/>
            <p:cNvSpPr/>
            <p:nvPr/>
          </p:nvSpPr>
          <p:spPr>
            <a:xfrm>
              <a:off x="7888571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8" name="타원 87"/>
            <p:cNvSpPr/>
            <p:nvPr/>
          </p:nvSpPr>
          <p:spPr>
            <a:xfrm>
              <a:off x="7961879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89" name="타원 88"/>
            <p:cNvSpPr/>
            <p:nvPr/>
          </p:nvSpPr>
          <p:spPr>
            <a:xfrm>
              <a:off x="8035187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90" name="타원 89"/>
            <p:cNvSpPr/>
            <p:nvPr/>
          </p:nvSpPr>
          <p:spPr>
            <a:xfrm>
              <a:off x="8108495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91" name="타원 90"/>
            <p:cNvSpPr/>
            <p:nvPr/>
          </p:nvSpPr>
          <p:spPr>
            <a:xfrm>
              <a:off x="818180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466073" y="1023139"/>
            <a:ext cx="891069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ko-KR" sz="88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Q &amp; A</a:t>
            </a:r>
          </a:p>
          <a:p>
            <a:pPr algn="ctr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ko-KR" sz="4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Thank you for your attention</a:t>
            </a:r>
            <a:endParaRPr lang="ko-KR" altLang="en-US" sz="4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latinLnBrk="0"/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61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429279"/>
            <a:ext cx="89154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935248" y="6444476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141113A1-E3F1-F34E-BDE6-573B182D09C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63" r:id="rId4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600" b="1" kern="1200" baseline="0">
          <a:solidFill>
            <a:schemeClr val="accent2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 baseline="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7350" y="2130425"/>
            <a:ext cx="9131300" cy="1470025"/>
          </a:xfrm>
        </p:spPr>
        <p:txBody>
          <a:bodyPr/>
          <a:lstStyle/>
          <a:p>
            <a:r>
              <a:rPr lang="ko-KR" altLang="en-US" sz="3600"/>
              <a:t>제목</a:t>
            </a:r>
            <a:endParaRPr lang="ko-KR" altLang="en-US" sz="3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A7EA74-2D96-41BF-7191-C99C1424AF50}"/>
              </a:ext>
            </a:extLst>
          </p:cNvPr>
          <p:cNvSpPr/>
          <p:nvPr/>
        </p:nvSpPr>
        <p:spPr>
          <a:xfrm>
            <a:off x="8628434" y="6468894"/>
            <a:ext cx="301557" cy="243191"/>
          </a:xfrm>
          <a:prstGeom prst="rect">
            <a:avLst/>
          </a:prstGeom>
          <a:solidFill>
            <a:schemeClr val="bg1"/>
          </a:soli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4A7E0-E646-D8ED-4D92-8C721258BFAB}"/>
              </a:ext>
            </a:extLst>
          </p:cNvPr>
          <p:cNvSpPr txBox="1"/>
          <p:nvPr/>
        </p:nvSpPr>
        <p:spPr>
          <a:xfrm>
            <a:off x="8267293" y="5036382"/>
            <a:ext cx="1632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Choi Jihun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30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4"/>
    </mc:Choice>
    <mc:Fallback xmlns="">
      <p:transition spd="slow" advTm="13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545B7-77B7-F4F0-70FC-34B165DF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5387A-6E95-7563-AC68-8C41B4381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84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5017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di">
      <a:majorFont>
        <a:latin typeface="Tahoma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>
            <a:solidFill>
              <a:schemeClr val="tx1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0">
          <a:defRPr sz="1400" dirty="0" err="1" smtClean="0"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D8D66A7B-1510-4CA2-9E88-4969065EF922}" vid="{C933F9B1-8722-4F5B-A8AD-990B0B59727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109596</TotalTime>
  <Words>6</Words>
  <Application>Microsoft Office PowerPoint</Application>
  <PresentationFormat>A4 용지(210x297mm)</PresentationFormat>
  <Paragraphs>5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Wingdings</vt:lpstr>
      <vt:lpstr>Tahoma</vt:lpstr>
      <vt:lpstr>나눔스퀘어 ExtraBold</vt:lpstr>
      <vt:lpstr>나눔스퀘어</vt:lpstr>
      <vt:lpstr>맑은 고딕</vt:lpstr>
      <vt:lpstr>Arial</vt:lpstr>
      <vt:lpstr>굴림</vt:lpstr>
      <vt:lpstr>Default Theme</vt:lpstr>
      <vt:lpstr>제목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곽준호</dc:creator>
  <cp:lastModifiedBy>최지훈</cp:lastModifiedBy>
  <cp:revision>756</cp:revision>
  <cp:lastPrinted>2019-08-03T12:50:49Z</cp:lastPrinted>
  <dcterms:created xsi:type="dcterms:W3CDTF">2019-04-10T19:17:22Z</dcterms:created>
  <dcterms:modified xsi:type="dcterms:W3CDTF">2026-06-23T06:57:08Z</dcterms:modified>
</cp:coreProperties>
</file>